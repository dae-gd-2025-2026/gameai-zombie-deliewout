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FB3B3-0489-404C-8C64-E262249D8D8C}" type="datetimeFigureOut">
              <a:rPr lang="nl-NL" smtClean="0"/>
              <a:t>7-6-2026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F8B16-3854-42C5-AC11-311EC9D57CC1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134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8B16-3854-42C5-AC11-311EC9D57CC1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235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25208-1DA5-D3A1-8500-8BE0986B5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6410"/>
            <a:ext cx="12192000" cy="300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the agent gets bitten or the agent sees an enemy, it will check if there is a gun in the inventory and will shoot the enemy.</a:t>
            </a:r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doesn’t pick up the trash at all</a:t>
            </a:r>
          </a:p>
          <a:p>
            <a:pPr marL="0" indent="0">
              <a:buNone/>
            </a:pPr>
            <a:r>
              <a:rPr lang="en-US" dirty="0"/>
              <a:t>The inventory management is this: a pistol in slot 1, shotgun in slot 2, </a:t>
            </a:r>
            <a:r>
              <a:rPr lang="en-US" dirty="0" err="1"/>
              <a:t>medkit</a:t>
            </a:r>
            <a:r>
              <a:rPr lang="en-US" dirty="0"/>
              <a:t> slot 3 and food in slot 4, slot 5 remains open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It </a:t>
            </a:r>
            <a:r>
              <a:rPr lang="nl-NL" dirty="0" err="1"/>
              <a:t>uses</a:t>
            </a:r>
            <a:r>
              <a:rPr lang="nl-NL" dirty="0"/>
              <a:t> a </a:t>
            </a:r>
            <a:r>
              <a:rPr lang="nl-NL" dirty="0" err="1"/>
              <a:t>wander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exploring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world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Flee</a:t>
            </a:r>
            <a:r>
              <a:rPr lang="nl-NL" dirty="0"/>
              <a:t> in case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enemy</a:t>
            </a:r>
            <a:r>
              <a:rPr lang="nl-NL" dirty="0"/>
              <a:t> bit </a:t>
            </a:r>
            <a:r>
              <a:rPr lang="nl-NL" dirty="0" err="1"/>
              <a:t>the</a:t>
            </a:r>
            <a:r>
              <a:rPr lang="nl-NL" dirty="0"/>
              <a:t> player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blended</a:t>
            </a:r>
            <a:r>
              <a:rPr lang="nl-NL" dirty="0"/>
              <a:t> steering.</a:t>
            </a:r>
          </a:p>
          <a:p>
            <a:pPr marL="0" indent="0">
              <a:buNone/>
            </a:pP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object is found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garbage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run </a:t>
            </a:r>
            <a:r>
              <a:rPr lang="nl-NL" dirty="0" err="1"/>
              <a:t>towards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pick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up</a:t>
            </a:r>
          </a:p>
          <a:p>
            <a:pPr marL="0" indent="0">
              <a:buNone/>
            </a:pP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agent </a:t>
            </a:r>
            <a:r>
              <a:rPr lang="nl-NL" dirty="0" err="1"/>
              <a:t>percepts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nearest</a:t>
            </a:r>
            <a:r>
              <a:rPr lang="nl-NL" dirty="0"/>
              <a:t> purgezone,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flees</a:t>
            </a:r>
            <a:r>
              <a:rPr lang="nl-NL" dirty="0"/>
              <a:t> </a:t>
            </a:r>
            <a:r>
              <a:rPr lang="nl-NL" dirty="0" err="1"/>
              <a:t>away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it.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10C215-3665-9083-CBCA-E1681B709574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The agent </a:t>
            </a:r>
            <a:r>
              <a:rPr lang="nl-NL" dirty="0" err="1"/>
              <a:t>wanders</a:t>
            </a:r>
            <a:r>
              <a:rPr lang="nl-NL" dirty="0"/>
              <a:t> </a:t>
            </a:r>
            <a:r>
              <a:rPr lang="nl-NL" dirty="0" err="1"/>
              <a:t>around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sees</a:t>
            </a:r>
            <a:r>
              <a:rPr lang="nl-NL" dirty="0"/>
              <a:t> a house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enter it.</a:t>
            </a:r>
          </a:p>
          <a:p>
            <a:r>
              <a:rPr lang="nl-NL" dirty="0" err="1"/>
              <a:t>Tried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implement</a:t>
            </a:r>
            <a:r>
              <a:rPr lang="nl-NL" dirty="0"/>
              <a:t> a log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finds</a:t>
            </a:r>
            <a:r>
              <a:rPr lang="nl-NL" dirty="0"/>
              <a:t> a new house but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didnt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, </a:t>
            </a:r>
            <a:r>
              <a:rPr lang="nl-NL" dirty="0" err="1"/>
              <a:t>so</a:t>
            </a:r>
            <a:r>
              <a:rPr lang="nl-NL" dirty="0"/>
              <a:t> I </a:t>
            </a:r>
            <a:r>
              <a:rPr lang="nl-NL" dirty="0" err="1"/>
              <a:t>removed</a:t>
            </a:r>
            <a:r>
              <a:rPr lang="nl-NL" dirty="0"/>
              <a:t> it.</a:t>
            </a:r>
          </a:p>
          <a:p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agent </a:t>
            </a:r>
            <a:r>
              <a:rPr lang="nl-NL" dirty="0" err="1"/>
              <a:t>percepts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nearest</a:t>
            </a:r>
            <a:r>
              <a:rPr lang="nl-NL" dirty="0"/>
              <a:t> purgezone,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flees</a:t>
            </a:r>
            <a:r>
              <a:rPr lang="nl-NL" dirty="0"/>
              <a:t> </a:t>
            </a:r>
            <a:r>
              <a:rPr lang="nl-NL" dirty="0" err="1"/>
              <a:t>away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/>
              <a:t> it.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dirty="0"/>
          </a:p>
          <a:p>
            <a:pPr marL="0" indent="0">
              <a:buFont typeface="Arial" panose="020B0604020202020204" pitchFamily="34" charset="0"/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188</Words>
  <Application>Microsoft Office PowerPoint</Application>
  <PresentationFormat>Widescreen</PresentationFormat>
  <Paragraphs>18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Wout Delie</cp:lastModifiedBy>
  <cp:revision>23</cp:revision>
  <dcterms:created xsi:type="dcterms:W3CDTF">2021-12-17T12:45:32Z</dcterms:created>
  <dcterms:modified xsi:type="dcterms:W3CDTF">2026-06-07T21:44:08Z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