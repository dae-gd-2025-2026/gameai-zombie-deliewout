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57" r:id="rId6"/>
    <p:sldId id="260" r:id="rId7"/>
    <p:sldId id="258" r:id="rId8"/>
    <p:sldId id="259" r:id="rId9"/>
    <p:sldId id="262" r:id="rId10"/>
    <p:sldId id="261" r:id="rId11"/>
  </p:sldIdLst>
  <p:sldSz cx="12192000" cy="6858000"/>
  <p:notesSz cx="6858000" cy="9144000"/>
  <p:defaultTextStyle>
    <a:defPPr>
      <a:defRPr lang="en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7" d="100"/>
          <a:sy n="87" d="100"/>
        </p:scale>
        <p:origin x="52" y="1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andaele Yosha" userId="9e46ddaf-df5a-4623-8add-fe0b947d6181" providerId="ADAL" clId="{C0C05178-E97F-4600-9777-1D4069F9BFD8}"/>
    <pc:docChg chg="custSel modSld">
      <pc:chgData name="Vandaele Yosha" userId="9e46ddaf-df5a-4623-8add-fe0b947d6181" providerId="ADAL" clId="{C0C05178-E97F-4600-9777-1D4069F9BFD8}" dt="2021-12-17T14:48:31.752" v="124" actId="114"/>
      <pc:docMkLst>
        <pc:docMk/>
      </pc:docMkLst>
      <pc:sldChg chg="modSp mod">
        <pc:chgData name="Vandaele Yosha" userId="9e46ddaf-df5a-4623-8add-fe0b947d6181" providerId="ADAL" clId="{C0C05178-E97F-4600-9777-1D4069F9BFD8}" dt="2021-12-17T14:48:31.752" v="124" actId="114"/>
        <pc:sldMkLst>
          <pc:docMk/>
          <pc:sldMk cId="949077770" sldId="256"/>
        </pc:sldMkLst>
        <pc:spChg chg="mod">
          <ac:chgData name="Vandaele Yosha" userId="9e46ddaf-df5a-4623-8add-fe0b947d6181" providerId="ADAL" clId="{C0C05178-E97F-4600-9777-1D4069F9BFD8}" dt="2021-12-17T14:48:31.752" v="124" actId="114"/>
          <ac:spMkLst>
            <pc:docMk/>
            <pc:sldMk cId="949077770" sldId="256"/>
            <ac:spMk id="3" creationId="{510651AA-5F60-4B6E-8386-AEA67C018DF4}"/>
          </ac:spMkLst>
        </pc:spChg>
      </pc:sldChg>
    </pc:docChg>
  </pc:docChgLst>
  <pc:docChgLst>
    <pc:chgData name="Boury Fries" userId="3f8d8554-fab3-4764-ac68-3715b85b6c80" providerId="ADAL" clId="{4E627FB3-04C7-446E-862B-D79CBD804048}"/>
    <pc:docChg chg="addSld modSld">
      <pc:chgData name="Boury Fries" userId="3f8d8554-fab3-4764-ac68-3715b85b6c80" providerId="ADAL" clId="{4E627FB3-04C7-446E-862B-D79CBD804048}" dt="2023-11-28T13:45:50.997" v="81" actId="20577"/>
      <pc:docMkLst>
        <pc:docMk/>
      </pc:docMkLst>
      <pc:sldChg chg="modSp mod">
        <pc:chgData name="Boury Fries" userId="3f8d8554-fab3-4764-ac68-3715b85b6c80" providerId="ADAL" clId="{4E627FB3-04C7-446E-862B-D79CBD804048}" dt="2023-11-28T13:43:47.989" v="31" actId="20577"/>
        <pc:sldMkLst>
          <pc:docMk/>
          <pc:sldMk cId="1114309558" sldId="257"/>
        </pc:sldMkLst>
        <pc:spChg chg="mod">
          <ac:chgData name="Boury Fries" userId="3f8d8554-fab3-4764-ac68-3715b85b6c80" providerId="ADAL" clId="{4E627FB3-04C7-446E-862B-D79CBD804048}" dt="2023-11-28T13:43:47.989" v="31" actId="20577"/>
          <ac:spMkLst>
            <pc:docMk/>
            <pc:sldMk cId="1114309558" sldId="257"/>
            <ac:spMk id="3" creationId="{64915428-ACD8-4B22-96DC-2806680ED3AB}"/>
          </ac:spMkLst>
        </pc:spChg>
      </pc:sldChg>
      <pc:sldChg chg="modSp mod">
        <pc:chgData name="Boury Fries" userId="3f8d8554-fab3-4764-ac68-3715b85b6c80" providerId="ADAL" clId="{4E627FB3-04C7-446E-862B-D79CBD804048}" dt="2023-11-28T13:44:13.807" v="39" actId="20577"/>
        <pc:sldMkLst>
          <pc:docMk/>
          <pc:sldMk cId="160499841" sldId="258"/>
        </pc:sldMkLst>
        <pc:spChg chg="mod">
          <ac:chgData name="Boury Fries" userId="3f8d8554-fab3-4764-ac68-3715b85b6c80" providerId="ADAL" clId="{4E627FB3-04C7-446E-862B-D79CBD804048}" dt="2023-11-28T13:44:13.807" v="39" actId="20577"/>
          <ac:spMkLst>
            <pc:docMk/>
            <pc:sldMk cId="160499841" sldId="258"/>
            <ac:spMk id="3" creationId="{64915428-ACD8-4B22-96DC-2806680ED3AB}"/>
          </ac:spMkLst>
        </pc:spChg>
      </pc:sldChg>
      <pc:sldChg chg="modSp mod">
        <pc:chgData name="Boury Fries" userId="3f8d8554-fab3-4764-ac68-3715b85b6c80" providerId="ADAL" clId="{4E627FB3-04C7-446E-862B-D79CBD804048}" dt="2023-11-28T13:45:43.430" v="76" actId="20577"/>
        <pc:sldMkLst>
          <pc:docMk/>
          <pc:sldMk cId="3267762851" sldId="259"/>
        </pc:sldMkLst>
        <pc:spChg chg="mod">
          <ac:chgData name="Boury Fries" userId="3f8d8554-fab3-4764-ac68-3715b85b6c80" providerId="ADAL" clId="{4E627FB3-04C7-446E-862B-D79CBD804048}" dt="2023-11-28T13:45:43.430" v="76" actId="20577"/>
          <ac:spMkLst>
            <pc:docMk/>
            <pc:sldMk cId="3267762851" sldId="259"/>
            <ac:spMk id="2" creationId="{EF6BB071-C63E-40D3-93C6-9F99F27862FE}"/>
          </ac:spMkLst>
        </pc:spChg>
        <pc:spChg chg="mod">
          <ac:chgData name="Boury Fries" userId="3f8d8554-fab3-4764-ac68-3715b85b6c80" providerId="ADAL" clId="{4E627FB3-04C7-446E-862B-D79CBD804048}" dt="2023-11-28T13:45:40.351" v="72" actId="6549"/>
          <ac:spMkLst>
            <pc:docMk/>
            <pc:sldMk cId="3267762851" sldId="259"/>
            <ac:spMk id="3" creationId="{64915428-ACD8-4B22-96DC-2806680ED3AB}"/>
          </ac:spMkLst>
        </pc:spChg>
      </pc:sldChg>
      <pc:sldChg chg="modSp add mod">
        <pc:chgData name="Boury Fries" userId="3f8d8554-fab3-4764-ac68-3715b85b6c80" providerId="ADAL" clId="{4E627FB3-04C7-446E-862B-D79CBD804048}" dt="2023-11-28T13:45:50.997" v="81" actId="20577"/>
        <pc:sldMkLst>
          <pc:docMk/>
          <pc:sldMk cId="1652142467" sldId="262"/>
        </pc:sldMkLst>
        <pc:spChg chg="mod">
          <ac:chgData name="Boury Fries" userId="3f8d8554-fab3-4764-ac68-3715b85b6c80" providerId="ADAL" clId="{4E627FB3-04C7-446E-862B-D79CBD804048}" dt="2023-11-28T13:45:46.970" v="80" actId="20577"/>
          <ac:spMkLst>
            <pc:docMk/>
            <pc:sldMk cId="1652142467" sldId="262"/>
            <ac:spMk id="2" creationId="{EF6BB071-C63E-40D3-93C6-9F99F27862FE}"/>
          </ac:spMkLst>
        </pc:spChg>
        <pc:spChg chg="mod">
          <ac:chgData name="Boury Fries" userId="3f8d8554-fab3-4764-ac68-3715b85b6c80" providerId="ADAL" clId="{4E627FB3-04C7-446E-862B-D79CBD804048}" dt="2023-11-28T13:45:50.997" v="81" actId="20577"/>
          <ac:spMkLst>
            <pc:docMk/>
            <pc:sldMk cId="1652142467" sldId="262"/>
            <ac:spMk id="3" creationId="{64915428-ACD8-4B22-96DC-2806680ED3AB}"/>
          </ac:spMkLst>
        </pc:spChg>
      </pc:sldChg>
    </pc:docChg>
  </pc:docChgLst>
  <pc:docChgLst>
    <pc:chgData name="Vandaele Yosha" userId="S::yosha.vandaele@howest.be::9e46ddaf-df5a-4623-8add-fe0b947d6181" providerId="AD" clId="Web-{E204D132-4CFC-4F24-0FBD-6FDAF349B147}"/>
    <pc:docChg chg="modSld">
      <pc:chgData name="Vandaele Yosha" userId="S::yosha.vandaele@howest.be::9e46ddaf-df5a-4623-8add-fe0b947d6181" providerId="AD" clId="Web-{E204D132-4CFC-4F24-0FBD-6FDAF349B147}" dt="2021-12-17T14:47:42.196" v="195" actId="20577"/>
      <pc:docMkLst>
        <pc:docMk/>
      </pc:docMkLst>
      <pc:sldChg chg="modSp">
        <pc:chgData name="Vandaele Yosha" userId="S::yosha.vandaele@howest.be::9e46ddaf-df5a-4623-8add-fe0b947d6181" providerId="AD" clId="Web-{E204D132-4CFC-4F24-0FBD-6FDAF349B147}" dt="2021-12-17T14:47:42.196" v="195" actId="20577"/>
        <pc:sldMkLst>
          <pc:docMk/>
          <pc:sldMk cId="949077770" sldId="256"/>
        </pc:sldMkLst>
        <pc:spChg chg="mod">
          <ac:chgData name="Vandaele Yosha" userId="S::yosha.vandaele@howest.be::9e46ddaf-df5a-4623-8add-fe0b947d6181" providerId="AD" clId="Web-{E204D132-4CFC-4F24-0FBD-6FDAF349B147}" dt="2021-12-17T14:47:42.196" v="195" actId="20577"/>
          <ac:spMkLst>
            <pc:docMk/>
            <pc:sldMk cId="949077770" sldId="256"/>
            <ac:spMk id="3" creationId="{510651AA-5F60-4B6E-8386-AEA67C018DF4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3CAAC4-8D12-47CF-BE43-7EB46A4D59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D39AEBC-7606-4ADC-B5B0-6A3BC80A2F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50DAEE-C80D-4F35-B786-91FB7CA480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06/01/2026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D2E275-2AB5-4A66-A8E8-90F9ABC8D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AA5F36-6144-4864-8555-3C920AD71E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5182732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B551CC-2784-471A-819A-0BB647B6B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BF8D80-3B7B-4F28-AEFD-D834AEBCC6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1B208A-B304-4974-A753-A386793B07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06/01/2026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D83DB3-E76E-4DCC-A934-DE6FC5762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5E50E5-487F-4F26-B329-FF396CB20D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3825834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4B2E1F-FBE7-4F65-94C7-B636380FEB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8C9729-7ECE-4365-98F3-8DFF780FEB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FA8B8C-4C53-4B4C-BD2C-864D0D7B33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06/01/2026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D7CEA2-7CAF-4851-A38B-618DD216F0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BB7E0B-5EA5-473D-BF56-D86D080A70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7667619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9935E0-152D-4AF7-BD87-955474D088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689FBD-9AF6-494E-A906-31E047899D3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09ECF5-FC69-44A2-865A-BF59EEA41D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F44A24-6932-4F11-BD5E-0F51DF2B1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06/01/2026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BA03F3-39FB-4D6C-8751-A7EDF6009A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E43C9F-1845-44AD-86AA-8D2EC39EB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1224976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1E56D3-AB15-4310-A6DA-FCCC130091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F4F9E5-544E-408F-9A5B-5A9D043BB0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64E7D5-72F6-463A-BA78-97C231B737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20D308-9D2F-4E2B-98E8-42F65039F8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9D9437-C09B-4818-B72A-8E54A3BA32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3395E20-1927-449F-8CA5-4628C2F5A1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06/01/2026</a:t>
            </a:fld>
            <a:endParaRPr lang="en-B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288AC43-B655-428D-AE3D-DB74BBB15E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E5E8EE6-694D-461F-AE93-765F8A3E3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925733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74436E-1F26-4110-83C7-943D2F4253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18F822-E6C7-462B-97CD-78D3D4DF09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06/01/2026</a:t>
            </a:fld>
            <a:endParaRPr lang="en-B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E2244D-E53E-43D0-A4F2-9C9D674BBE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203CDC-F7C2-4A6E-A008-CEB3A6D584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2756679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3B3D8CF-1BB0-4BB5-A3C3-69A22ECD53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06/01/2026</a:t>
            </a:fld>
            <a:endParaRPr lang="en-B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FFAB160-C248-403F-AD25-158A965BEF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F1B489-7B94-4B54-B3AF-E8AF8FD503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9380687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D3942C-8A0D-4781-A8F3-57B3EE3CD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FE01E5-1D61-43C7-B6CD-7037DCB14F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3A444E-E01C-4A28-83F1-E48254F6BE6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88AD5B-93CF-4725-B418-C1ADE03F36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06/01/2026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C9DC45-0596-4AB3-91ED-EC8B0A889B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BB3885-5DD4-4DA8-B5F5-40745170FE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2303798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299836-3F3C-4E2F-9190-DEB510EE63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EB6E0E5-A1D5-4606-A4EC-5A8116A487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841ED8-FBEC-48EB-B5A6-F5032E1018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5DA45B-1955-45CA-80B0-66008EC0F9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06/01/2026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3C90FA-53E2-41CE-BD63-ECA490D3E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8A9B8D-2082-4BE4-BCE5-07F8F93344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8778602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2318EC-44E3-4FD6-AF24-AC5021AFCC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538C05-3BE4-4F1F-A85F-EBF60F029F1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6A43FC-668F-4A16-B33A-A1704CA88B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06/01/2026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84EA9D-B745-4822-9D4F-8E34B4550A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11FCBD-2F9B-4E40-B993-5543BC625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9155455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3262F4C-847A-45E8-89DF-86FADD929C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B5F776-752A-4772-8F18-20F7169A31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A0D1A1-5C8E-4021-A99C-3556DF8A3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06/01/2026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2E59EE-6B67-4900-9B15-8052B4D987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C593B4-0982-4C28-9583-53F588B945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0954481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A389769-7B4A-4C8C-94A2-1CE676F46A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26073D-45AC-4934-9FAA-61975D5C06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875320-EECE-4069-9EC1-5688F7A887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085877-2B37-48E7-8B6D-4D4ED486130A}" type="datetimeFigureOut">
              <a:rPr lang="en-BE" smtClean="0"/>
              <a:t>06/01/2026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E6D776-80A5-466B-B9A0-F462DF91CA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80D87A-C974-47EE-BF90-816BF0B07F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1881782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85F04-C22A-42D7-B131-70E81FD946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GPP Exam: Zombie AI</a:t>
            </a:r>
            <a:endParaRPr lang="en-B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10651AA-5F60-4B6E-8386-AEA67C018DF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BE" i="1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490777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Decision Making</a:t>
            </a:r>
            <a:endParaRPr lang="en-BE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81F747B-9D9B-BDC0-B2BE-1E5E38426B5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4242" y="2377440"/>
            <a:ext cx="11795513" cy="29166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43095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Enemy handling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>
                <a:solidFill>
                  <a:schemeClr val="bg1">
                    <a:lumMod val="75000"/>
                  </a:schemeClr>
                </a:solidFill>
              </a:rPr>
              <a:t>How does your agent deal with enemies (aiming, shooting, item usage, avoidance, hiding, usage of sprint, …)?</a:t>
            </a:r>
            <a:endParaRPr lang="en-BE" i="1">
              <a:solidFill>
                <a:schemeClr val="bg1">
                  <a:lumMod val="75000"/>
                </a:schemeClr>
              </a:solidFill>
            </a:endParaRPr>
          </a:p>
          <a:p>
            <a:r>
              <a:rPr lang="en-US" i="1">
                <a:solidFill>
                  <a:schemeClr val="bg1">
                    <a:lumMod val="75000"/>
                  </a:schemeClr>
                </a:solidFill>
              </a:rPr>
              <a:t>USE IMAGES/GIFS</a:t>
            </a:r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8275309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Inventory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How does your agent manage the inventory (inventory organization, item usage, picking up and remembering items,…)? </a:t>
            </a:r>
            <a:endParaRPr lang="en-BE" i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604998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Movement - Steering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How many steering behaviors does it use? Does it use blended steering?</a:t>
            </a:r>
            <a:endParaRPr lang="en-BE" i="1" dirty="0">
              <a:solidFill>
                <a:schemeClr val="bg1">
                  <a:lumMod val="75000"/>
                </a:schemeClr>
              </a:solidFill>
            </a:endParaRPr>
          </a:p>
          <a:p>
            <a:pPr marL="0" indent="0">
              <a:buNone/>
            </a:pP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2677628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Movement </a:t>
            </a:r>
            <a:r>
              <a:rPr lang="en-US"/>
              <a:t>- Exploration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How does your agent explore the world ( how does it traverse the world, when and why does it visit houses, does it have a memory?)?</a:t>
            </a:r>
          </a:p>
          <a:p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USE IMAGES/GIFS</a:t>
            </a:r>
          </a:p>
          <a:p>
            <a:pPr marL="0" indent="0">
              <a:buNone/>
            </a:pP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6521424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High Score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>
                <a:solidFill>
                  <a:schemeClr val="bg1">
                    <a:lumMod val="75000"/>
                  </a:schemeClr>
                </a:solidFill>
              </a:rPr>
              <a:t>Screen shot or list of highest scores</a:t>
            </a:r>
            <a:endParaRPr lang="en-BE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237340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IconOverlay xmlns="http://schemas.microsoft.com/sharepoint/v4" xsi:nil="true"/>
    <TaxCatchAll xmlns="128482ec-0431-40d5-ab26-89ea2a4f3ccd" xsi:nil="true"/>
    <m99485b88215436a82099f8287cba0b0 xmlns="128482ec-0431-40d5-ab26-89ea2a4f3ccd">
      <Terms xmlns="http://schemas.microsoft.com/office/infopath/2007/PartnerControls"/>
    </m99485b88215436a82099f8287cba0b0>
    <lcf76f155ced4ddcb4097134ff3c332f xmlns="60eb0cf4-ae2a-4762-800a-cb593b869ecb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23942CCEB3A674D8F1F6472CCEFB38E" ma:contentTypeVersion="11" ma:contentTypeDescription="Create a new document." ma:contentTypeScope="" ma:versionID="e4de40d148e029d40e3aaddc8bf68a5e">
  <xsd:schema xmlns:xsd="http://www.w3.org/2001/XMLSchema" xmlns:xs="http://www.w3.org/2001/XMLSchema" xmlns:p="http://schemas.microsoft.com/office/2006/metadata/properties" xmlns:ns2="128482ec-0431-40d5-ab26-89ea2a4f3ccd" xmlns:ns3="60eb0cf4-ae2a-4762-800a-cb593b869ecb" xmlns:ns4="http://schemas.microsoft.com/sharepoint/v4" xmlns:ns5="a2e691a9-fcfc-4d85-a390-1894fe98bd9e" targetNamespace="http://schemas.microsoft.com/office/2006/metadata/properties" ma:root="true" ma:fieldsID="fce8e8bd091658f3fe51b22d57dec109" ns2:_="" ns3:_="" ns4:_="" ns5:_="">
    <xsd:import namespace="128482ec-0431-40d5-ab26-89ea2a4f3ccd"/>
    <xsd:import namespace="60eb0cf4-ae2a-4762-800a-cb593b869ecb"/>
    <xsd:import namespace="http://schemas.microsoft.com/sharepoint/v4"/>
    <xsd:import namespace="a2e691a9-fcfc-4d85-a390-1894fe98bd9e"/>
    <xsd:element name="properties">
      <xsd:complexType>
        <xsd:sequence>
          <xsd:element name="documentManagement">
            <xsd:complexType>
              <xsd:all>
                <xsd:element ref="ns2:m99485b88215436a82099f8287cba0b0" minOccurs="0"/>
                <xsd:element ref="ns2:TaxCatchAll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OCR" minOccurs="0"/>
                <xsd:element ref="ns3:MediaServiceLocation" minOccurs="0"/>
                <xsd:element ref="ns4:IconOverlay" minOccurs="0"/>
                <xsd:element ref="ns5:SharedWithUsers" minOccurs="0"/>
                <xsd:element ref="ns5:SharedWithDetails" minOccurs="0"/>
                <xsd:element ref="ns3:MediaServiceGenerationTime" minOccurs="0"/>
                <xsd:element ref="ns3:MediaServiceEventHashCode" minOccurs="0"/>
                <xsd:element ref="ns3:MediaServiceAutoKeyPoints" minOccurs="0"/>
                <xsd:element ref="ns3:MediaServiceKeyPoints" minOccurs="0"/>
                <xsd:element ref="ns3:MediaLengthInSeconds" minOccurs="0"/>
                <xsd:element ref="ns3:lcf76f155ced4ddcb4097134ff3c332f" minOccurs="0"/>
                <xsd:element ref="ns3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8482ec-0431-40d5-ab26-89ea2a4f3ccd" elementFormDefault="qualified">
    <xsd:import namespace="http://schemas.microsoft.com/office/2006/documentManagement/types"/>
    <xsd:import namespace="http://schemas.microsoft.com/office/infopath/2007/PartnerControls"/>
    <xsd:element name="m99485b88215436a82099f8287cba0b0" ma:index="9" nillable="true" ma:taxonomy="true" ma:internalName="m99485b88215436a82099f8287cba0b0" ma:taxonomyFieldName="Kernteam" ma:displayName="Kernteam" ma:default="" ma:fieldId="{699485b8-8215-436a-8209-9f8287cba0b0}" ma:taxonomyMulti="true" ma:sspId="9d9af33d-1c7e-4655-8224-df3a670842a4" ma:termSetId="f2199854-b90f-4d12-b5f9-723340d5e437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axCatchAll" ma:index="10" nillable="true" ma:displayName="Taxonomy Catch All Column" ma:hidden="true" ma:list="{26a5f98c-5cc8-4015-9754-f7f59d70125b}" ma:internalName="TaxCatchAll" ma:showField="CatchAllData" ma:web="128482ec-0431-40d5-ab26-89ea2a4f3cc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0eb0cf4-ae2a-4762-800a-cb593b869ec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4" nillable="true" ma:displayName="MediaServiceAutoTags" ma:internalName="MediaServiceAutoTags" ma:readOnly="true">
      <xsd:simpleType>
        <xsd:restriction base="dms:Text"/>
      </xsd:simpleType>
    </xsd:element>
    <xsd:element name="MediaServiceOCR" ma:index="15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6" nillable="true" ma:displayName="MediaServiceLocation" ma:internalName="MediaServiceLocation" ma:readOnly="true">
      <xsd:simpleType>
        <xsd:restriction base="dms:Text"/>
      </xsd:simpleType>
    </xsd:element>
    <xsd:element name="MediaServiceGenerationTime" ma:index="20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1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2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4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6" nillable="true" ma:taxonomy="true" ma:internalName="lcf76f155ced4ddcb4097134ff3c332f" ma:taxonomyFieldName="MediaServiceImageTags" ma:displayName="Image Tags" ma:readOnly="false" ma:fieldId="{5cf76f15-5ced-4ddc-b409-7134ff3c332f}" ma:taxonomyMulti="true" ma:sspId="9d9af33d-1c7e-4655-8224-df3a670842a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7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4" elementFormDefault="qualified">
    <xsd:import namespace="http://schemas.microsoft.com/office/2006/documentManagement/types"/>
    <xsd:import namespace="http://schemas.microsoft.com/office/infopath/2007/PartnerControls"/>
    <xsd:element name="IconOverlay" ma:index="17" nillable="true" ma:displayName="IconOverlay" ma:hidden="true" ma:internalName="IconOverlay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2e691a9-fcfc-4d85-a390-1894fe98bd9e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Gedeeld met" ma:SearchPeopleOnly="false" ma:SharePointGroup="0" ma:internalName="SharedWithUsers" ma:readOnly="true" ma:showField="ImnNam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743389A-7EE0-4951-8919-E91DD69E3687}">
  <ds:schemaRefs>
    <ds:schemaRef ds:uri="128482ec-0431-40d5-ab26-89ea2a4f3ccd"/>
    <ds:schemaRef ds:uri="http://schemas.microsoft.com/office/2006/metadata/properties"/>
    <ds:schemaRef ds:uri="http://schemas.microsoft.com/office/infopath/2007/PartnerControls"/>
    <ds:schemaRef ds:uri="http://schemas.microsoft.com/sharepoint/v4"/>
    <ds:schemaRef ds:uri="60eb0cf4-ae2a-4762-800a-cb593b869ecb"/>
  </ds:schemaRefs>
</ds:datastoreItem>
</file>

<file path=customXml/itemProps2.xml><?xml version="1.0" encoding="utf-8"?>
<ds:datastoreItem xmlns:ds="http://schemas.openxmlformats.org/officeDocument/2006/customXml" ds:itemID="{D7B8C5DE-3345-4025-A942-C5AA68E5554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28482ec-0431-40d5-ab26-89ea2a4f3ccd"/>
    <ds:schemaRef ds:uri="60eb0cf4-ae2a-4762-800a-cb593b869ecb"/>
    <ds:schemaRef ds:uri="http://schemas.microsoft.com/sharepoint/v4"/>
    <ds:schemaRef ds:uri="a2e691a9-fcfc-4d85-a390-1894fe98bd9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AF8EC6D1-CB19-4400-AD0A-0C75CD884AE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120</Words>
  <Application>Microsoft Office PowerPoint</Application>
  <PresentationFormat>Widescreen</PresentationFormat>
  <Paragraphs>14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Office Theme</vt:lpstr>
      <vt:lpstr>GPP Exam: Zombie AI</vt:lpstr>
      <vt:lpstr>Decision Making</vt:lpstr>
      <vt:lpstr>Enemy handling</vt:lpstr>
      <vt:lpstr>Inventory</vt:lpstr>
      <vt:lpstr>Movement - Steering</vt:lpstr>
      <vt:lpstr>Movement - Exploration</vt:lpstr>
      <vt:lpstr>High Score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GPP Exam: Zombie AI</dc:title>
  <dc:creator>Vandaele Yosha</dc:creator>
  <cp:lastModifiedBy>Wout Delie</cp:lastModifiedBy>
  <cp:revision>4</cp:revision>
  <dcterms:created xsi:type="dcterms:W3CDTF">2021-12-17T12:45:32Z</dcterms:created>
  <dcterms:modified xsi:type="dcterms:W3CDTF">2026-06-01T12:32:27Z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0x010100723942CCEB3A674D8F1F6472CCEFB38E</vt:lpwstr>
  </property>
  <property fmtid="{D5CDD505-2E9C-101B-9397-08002B2CF9AE}" pid="3" name="Kernteam">
    <vt:lpwstr/>
  </property>
  <property fmtid="{D5CDD505-2E9C-101B-9397-08002B2CF9AE}" pid="4" name="MediaServiceImageTags">
    <vt:lpwstr/>
  </property>
</Properties>
</file>