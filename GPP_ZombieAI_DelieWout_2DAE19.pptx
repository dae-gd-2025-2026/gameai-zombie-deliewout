
<file path=[Content_Types].xml><?xml version="1.0" encoding="utf-8"?>
<Types xmlns="http://schemas.openxmlformats.org/package/2006/content-types">
  <Default Extension="gif" ContentType="image/gi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11"/>
  </p:notesMasterIdLst>
  <p:sldIdLst>
    <p:sldId id="256" r:id="rId5"/>
    <p:sldId id="257" r:id="rId6"/>
    <p:sldId id="260" r:id="rId7"/>
    <p:sldId id="258" r:id="rId8"/>
    <p:sldId id="259" r:id="rId9"/>
    <p:sldId id="262" r:id="rId10"/>
  </p:sldIdLst>
  <p:sldSz cx="12192000" cy="6858000"/>
  <p:notesSz cx="6858000" cy="9144000"/>
  <p:defaultTextStyle>
    <a:defPPr>
      <a:defRPr lang="en-B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91" d="100"/>
          <a:sy n="91" d="100"/>
        </p:scale>
        <p:origin x="764" y="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viewProps" Target="viewProps.xml"/><Relationship Id="rId3" Type="http://schemas.openxmlformats.org/officeDocument/2006/relationships/customXml" Target="../customXml/item3.xml"/><Relationship Id="rId7" Type="http://schemas.openxmlformats.org/officeDocument/2006/relationships/slide" Target="slides/slide3.xml"/><Relationship Id="rId12" Type="http://schemas.openxmlformats.org/officeDocument/2006/relationships/presProps" Target="presProps.xml"/><Relationship Id="rId2" Type="http://schemas.openxmlformats.org/officeDocument/2006/relationships/customXml" Target="../customXml/item2.xml"/><Relationship Id="rId16" Type="http://schemas.microsoft.com/office/2016/11/relationships/changesInfo" Target="changesInfos/changesInfo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1.xml"/><Relationship Id="rId15" Type="http://schemas.openxmlformats.org/officeDocument/2006/relationships/tableStyles" Target="tableStyles.xml"/><Relationship Id="rId10" Type="http://schemas.openxmlformats.org/officeDocument/2006/relationships/slide" Target="slides/slide6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theme" Target="theme/theme1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Vandaele Yosha" userId="9e46ddaf-df5a-4623-8add-fe0b947d6181" providerId="ADAL" clId="{C0C05178-E97F-4600-9777-1D4069F9BFD8}"/>
    <pc:docChg chg="custSel modSld">
      <pc:chgData name="Vandaele Yosha" userId="9e46ddaf-df5a-4623-8add-fe0b947d6181" providerId="ADAL" clId="{C0C05178-E97F-4600-9777-1D4069F9BFD8}" dt="2021-12-17T14:48:31.752" v="124" actId="114"/>
      <pc:docMkLst>
        <pc:docMk/>
      </pc:docMkLst>
      <pc:sldChg chg="modSp mod">
        <pc:chgData name="Vandaele Yosha" userId="9e46ddaf-df5a-4623-8add-fe0b947d6181" providerId="ADAL" clId="{C0C05178-E97F-4600-9777-1D4069F9BFD8}" dt="2021-12-17T14:48:31.752" v="124" actId="114"/>
        <pc:sldMkLst>
          <pc:docMk/>
          <pc:sldMk cId="949077770" sldId="256"/>
        </pc:sldMkLst>
        <pc:spChg chg="mod">
          <ac:chgData name="Vandaele Yosha" userId="9e46ddaf-df5a-4623-8add-fe0b947d6181" providerId="ADAL" clId="{C0C05178-E97F-4600-9777-1D4069F9BFD8}" dt="2021-12-17T14:48:31.752" v="124" actId="114"/>
          <ac:spMkLst>
            <pc:docMk/>
            <pc:sldMk cId="949077770" sldId="256"/>
            <ac:spMk id="3" creationId="{510651AA-5F60-4B6E-8386-AEA67C018DF4}"/>
          </ac:spMkLst>
        </pc:spChg>
      </pc:sldChg>
    </pc:docChg>
  </pc:docChgLst>
  <pc:docChgLst>
    <pc:chgData name="Boury Fries" userId="3f8d8554-fab3-4764-ac68-3715b85b6c80" providerId="ADAL" clId="{4E627FB3-04C7-446E-862B-D79CBD804048}"/>
    <pc:docChg chg="addSld modSld">
      <pc:chgData name="Boury Fries" userId="3f8d8554-fab3-4764-ac68-3715b85b6c80" providerId="ADAL" clId="{4E627FB3-04C7-446E-862B-D79CBD804048}" dt="2023-11-28T13:45:50.997" v="81" actId="20577"/>
      <pc:docMkLst>
        <pc:docMk/>
      </pc:docMkLst>
      <pc:sldChg chg="modSp mod">
        <pc:chgData name="Boury Fries" userId="3f8d8554-fab3-4764-ac68-3715b85b6c80" providerId="ADAL" clId="{4E627FB3-04C7-446E-862B-D79CBD804048}" dt="2023-11-28T13:43:47.989" v="31" actId="20577"/>
        <pc:sldMkLst>
          <pc:docMk/>
          <pc:sldMk cId="1114309558" sldId="257"/>
        </pc:sldMkLst>
        <pc:spChg chg="mod">
          <ac:chgData name="Boury Fries" userId="3f8d8554-fab3-4764-ac68-3715b85b6c80" providerId="ADAL" clId="{4E627FB3-04C7-446E-862B-D79CBD804048}" dt="2023-11-28T13:43:47.989" v="31" actId="20577"/>
          <ac:spMkLst>
            <pc:docMk/>
            <pc:sldMk cId="1114309558" sldId="257"/>
            <ac:spMk id="3" creationId="{64915428-ACD8-4B22-96DC-2806680ED3AB}"/>
          </ac:spMkLst>
        </pc:spChg>
      </pc:sldChg>
      <pc:sldChg chg="modSp mod">
        <pc:chgData name="Boury Fries" userId="3f8d8554-fab3-4764-ac68-3715b85b6c80" providerId="ADAL" clId="{4E627FB3-04C7-446E-862B-D79CBD804048}" dt="2023-11-28T13:44:13.807" v="39" actId="20577"/>
        <pc:sldMkLst>
          <pc:docMk/>
          <pc:sldMk cId="160499841" sldId="258"/>
        </pc:sldMkLst>
        <pc:spChg chg="mod">
          <ac:chgData name="Boury Fries" userId="3f8d8554-fab3-4764-ac68-3715b85b6c80" providerId="ADAL" clId="{4E627FB3-04C7-446E-862B-D79CBD804048}" dt="2023-11-28T13:44:13.807" v="39" actId="20577"/>
          <ac:spMkLst>
            <pc:docMk/>
            <pc:sldMk cId="160499841" sldId="258"/>
            <ac:spMk id="3" creationId="{64915428-ACD8-4B22-96DC-2806680ED3AB}"/>
          </ac:spMkLst>
        </pc:spChg>
      </pc:sldChg>
      <pc:sldChg chg="modSp mod">
        <pc:chgData name="Boury Fries" userId="3f8d8554-fab3-4764-ac68-3715b85b6c80" providerId="ADAL" clId="{4E627FB3-04C7-446E-862B-D79CBD804048}" dt="2023-11-28T13:45:43.430" v="76" actId="20577"/>
        <pc:sldMkLst>
          <pc:docMk/>
          <pc:sldMk cId="3267762851" sldId="259"/>
        </pc:sldMkLst>
        <pc:spChg chg="mod">
          <ac:chgData name="Boury Fries" userId="3f8d8554-fab3-4764-ac68-3715b85b6c80" providerId="ADAL" clId="{4E627FB3-04C7-446E-862B-D79CBD804048}" dt="2023-11-28T13:45:43.430" v="76" actId="20577"/>
          <ac:spMkLst>
            <pc:docMk/>
            <pc:sldMk cId="3267762851" sldId="259"/>
            <ac:spMk id="2" creationId="{EF6BB071-C63E-40D3-93C6-9F99F27862FE}"/>
          </ac:spMkLst>
        </pc:spChg>
        <pc:spChg chg="mod">
          <ac:chgData name="Boury Fries" userId="3f8d8554-fab3-4764-ac68-3715b85b6c80" providerId="ADAL" clId="{4E627FB3-04C7-446E-862B-D79CBD804048}" dt="2023-11-28T13:45:40.351" v="72" actId="6549"/>
          <ac:spMkLst>
            <pc:docMk/>
            <pc:sldMk cId="3267762851" sldId="259"/>
            <ac:spMk id="3" creationId="{64915428-ACD8-4B22-96DC-2806680ED3AB}"/>
          </ac:spMkLst>
        </pc:spChg>
      </pc:sldChg>
      <pc:sldChg chg="modSp add mod">
        <pc:chgData name="Boury Fries" userId="3f8d8554-fab3-4764-ac68-3715b85b6c80" providerId="ADAL" clId="{4E627FB3-04C7-446E-862B-D79CBD804048}" dt="2023-11-28T13:45:50.997" v="81" actId="20577"/>
        <pc:sldMkLst>
          <pc:docMk/>
          <pc:sldMk cId="1652142467" sldId="262"/>
        </pc:sldMkLst>
        <pc:spChg chg="mod">
          <ac:chgData name="Boury Fries" userId="3f8d8554-fab3-4764-ac68-3715b85b6c80" providerId="ADAL" clId="{4E627FB3-04C7-446E-862B-D79CBD804048}" dt="2023-11-28T13:45:46.970" v="80" actId="20577"/>
          <ac:spMkLst>
            <pc:docMk/>
            <pc:sldMk cId="1652142467" sldId="262"/>
            <ac:spMk id="2" creationId="{EF6BB071-C63E-40D3-93C6-9F99F27862FE}"/>
          </ac:spMkLst>
        </pc:spChg>
        <pc:spChg chg="mod">
          <ac:chgData name="Boury Fries" userId="3f8d8554-fab3-4764-ac68-3715b85b6c80" providerId="ADAL" clId="{4E627FB3-04C7-446E-862B-D79CBD804048}" dt="2023-11-28T13:45:50.997" v="81" actId="20577"/>
          <ac:spMkLst>
            <pc:docMk/>
            <pc:sldMk cId="1652142467" sldId="262"/>
            <ac:spMk id="3" creationId="{64915428-ACD8-4B22-96DC-2806680ED3AB}"/>
          </ac:spMkLst>
        </pc:spChg>
      </pc:sldChg>
    </pc:docChg>
  </pc:docChgLst>
  <pc:docChgLst>
    <pc:chgData name="Vandaele Yosha" userId="S::yosha.vandaele@howest.be::9e46ddaf-df5a-4623-8add-fe0b947d6181" providerId="AD" clId="Web-{E204D132-4CFC-4F24-0FBD-6FDAF349B147}"/>
    <pc:docChg chg="modSld">
      <pc:chgData name="Vandaele Yosha" userId="S::yosha.vandaele@howest.be::9e46ddaf-df5a-4623-8add-fe0b947d6181" providerId="AD" clId="Web-{E204D132-4CFC-4F24-0FBD-6FDAF349B147}" dt="2021-12-17T14:47:42.196" v="195" actId="20577"/>
      <pc:docMkLst>
        <pc:docMk/>
      </pc:docMkLst>
      <pc:sldChg chg="modSp">
        <pc:chgData name="Vandaele Yosha" userId="S::yosha.vandaele@howest.be::9e46ddaf-df5a-4623-8add-fe0b947d6181" providerId="AD" clId="Web-{E204D132-4CFC-4F24-0FBD-6FDAF349B147}" dt="2021-12-17T14:47:42.196" v="195" actId="20577"/>
        <pc:sldMkLst>
          <pc:docMk/>
          <pc:sldMk cId="949077770" sldId="256"/>
        </pc:sldMkLst>
        <pc:spChg chg="mod">
          <ac:chgData name="Vandaele Yosha" userId="S::yosha.vandaele@howest.be::9e46ddaf-df5a-4623-8add-fe0b947d6181" providerId="AD" clId="Web-{E204D132-4CFC-4F24-0FBD-6FDAF349B147}" dt="2021-12-17T14:47:42.196" v="195" actId="20577"/>
          <ac:spMkLst>
            <pc:docMk/>
            <pc:sldMk cId="949077770" sldId="256"/>
            <ac:spMk id="3" creationId="{510651AA-5F60-4B6E-8386-AEA67C018DF4}"/>
          </ac:spMkLst>
        </pc:sp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l-NL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F1FB3B3-0489-404C-8C64-E262249D8D8C}" type="datetimeFigureOut">
              <a:rPr lang="nl-NL" smtClean="0"/>
              <a:t>13-8-2026</a:t>
            </a:fld>
            <a:endParaRPr lang="nl-NL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nl-NL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nl-NL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l-NL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08F8B16-3854-42C5-AC11-311EC9D57CC1}" type="slidenum">
              <a:rPr lang="nl-NL" smtClean="0"/>
              <a:t>‹#›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82134668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NL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E08F8B16-3854-42C5-AC11-311EC9D57CC1}" type="slidenum">
              <a:rPr lang="nl-NL" smtClean="0"/>
              <a:t>6</a:t>
            </a:fld>
            <a:endParaRPr lang="nl-NL"/>
          </a:p>
        </p:txBody>
      </p:sp>
    </p:spTree>
    <p:extLst>
      <p:ext uri="{BB962C8B-B14F-4D97-AF65-F5344CB8AC3E}">
        <p14:creationId xmlns:p14="http://schemas.microsoft.com/office/powerpoint/2010/main" val="280235077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33CAAC4-8D12-47CF-BE43-7EB46A4D594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D39AEBC-7606-4ADC-B5B0-6A3BC80A2FCE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50DAEE-C80D-4F35-B786-91FB7CA480D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085877-2B37-48E7-8B6D-4D4ED486130A}" type="datetimeFigureOut">
              <a:rPr lang="en-BE" smtClean="0"/>
              <a:t>08/13/2026</a:t>
            </a:fld>
            <a:endParaRPr lang="en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4D2E275-2AB5-4A66-A8E8-90F9ABC8D5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FAA5F36-6144-4864-8555-3C920AD71E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5161DE-E191-4798-91BE-355EA90292A5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51827324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6B551CC-2784-471A-819A-0BB647B6B12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8BF8D80-3B7B-4F28-AEFD-D834AEBCC64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91B208A-B304-4974-A753-A386793B07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085877-2B37-48E7-8B6D-4D4ED486130A}" type="datetimeFigureOut">
              <a:rPr lang="en-BE" smtClean="0"/>
              <a:t>08/13/2026</a:t>
            </a:fld>
            <a:endParaRPr lang="en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9D83DB3-E76E-4DCC-A934-DE6FC57628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25E50E5-487F-4F26-B329-FF396CB20DE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5161DE-E191-4798-91BE-355EA90292A5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3825834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4B2E1F-FBE7-4F65-94C7-B636380FEB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18C9729-7ECE-4365-98F3-8DFF780FEB5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AFA8B8C-4C53-4B4C-BD2C-864D0D7B33F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085877-2B37-48E7-8B6D-4D4ED486130A}" type="datetimeFigureOut">
              <a:rPr lang="en-BE" smtClean="0"/>
              <a:t>08/13/2026</a:t>
            </a:fld>
            <a:endParaRPr lang="en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7D7CEA2-7CAF-4851-A38B-618DD216F07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ABB7E0B-5EA5-473D-BF56-D86D080A70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5161DE-E191-4798-91BE-355EA90292A5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766761967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B9935E0-152D-4AF7-BD87-955474D088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3689FBD-9AF6-494E-A906-31E047899D3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E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8009ECF5-FC69-44A2-865A-BF59EEA41D1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E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7F44A24-6932-4F11-BD5E-0F51DF2B1E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085877-2B37-48E7-8B6D-4D4ED486130A}" type="datetimeFigureOut">
              <a:rPr lang="en-BE" smtClean="0"/>
              <a:t>08/13/2026</a:t>
            </a:fld>
            <a:endParaRPr lang="en-B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DBA03F3-39FB-4D6C-8751-A7EDF6009A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3E43C9F-1845-44AD-86AA-8D2EC39EB9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5161DE-E191-4798-91BE-355EA90292A5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12249766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E1E56D3-AB15-4310-A6DA-FCCC1300916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2F4F9E5-544E-408F-9A5B-5A9D043BB01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464E7D5-72F6-463A-BA78-97C231B7371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E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6520D308-9D2F-4E2B-98E8-42F65039F8C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69D9437-C09B-4818-B72A-8E54A3BA3261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E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3395E20-1927-449F-8CA5-4628C2F5A1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085877-2B37-48E7-8B6D-4D4ED486130A}" type="datetimeFigureOut">
              <a:rPr lang="en-BE" smtClean="0"/>
              <a:t>08/13/2026</a:t>
            </a:fld>
            <a:endParaRPr lang="en-BE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2288AC43-B655-428D-AE3D-DB74BBB15E7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E5E8EE6-694D-461F-AE93-765F8A3E36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5161DE-E191-4798-91BE-355EA90292A5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9257332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274436E-1F26-4110-83C7-943D2F4253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318F822-E6C7-462B-97CD-78D3D4DF09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085877-2B37-48E7-8B6D-4D4ED486130A}" type="datetimeFigureOut">
              <a:rPr lang="en-BE" smtClean="0"/>
              <a:t>08/13/2026</a:t>
            </a:fld>
            <a:endParaRPr lang="en-BE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BDE2244D-E53E-43D0-A4F2-9C9D674BBEF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D203CDC-F7C2-4A6E-A008-CEB3A6D584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5161DE-E191-4798-91BE-355EA90292A5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327566790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73B3D8CF-1BB0-4BB5-A3C3-69A22ECD532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085877-2B37-48E7-8B6D-4D4ED486130A}" type="datetimeFigureOut">
              <a:rPr lang="en-BE" smtClean="0"/>
              <a:t>08/13/2026</a:t>
            </a:fld>
            <a:endParaRPr lang="en-BE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FFAB160-C248-403F-AD25-158A965BEF2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8F1B489-7B94-4B54-B3AF-E8AF8FD503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5161DE-E191-4798-91BE-355EA90292A5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93806874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D3942C-8A0D-4781-A8F3-57B3EE3CD9B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0FE01E5-1D61-43C7-B6CD-7037DCB14F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A3A444E-E01C-4A28-83F1-E48254F6BE67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488AD5B-93CF-4725-B418-C1ADE03F36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085877-2B37-48E7-8B6D-4D4ED486130A}" type="datetimeFigureOut">
              <a:rPr lang="en-BE" smtClean="0"/>
              <a:t>08/13/2026</a:t>
            </a:fld>
            <a:endParaRPr lang="en-B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DC9DC45-0596-4AB3-91ED-EC8B0A889B6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0BB3885-5DD4-4DA8-B5F5-40745170FE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5161DE-E191-4798-91BE-355EA90292A5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223037984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299836-3F3C-4E2F-9190-DEB510EE63A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EB6E0E5-A1D5-4606-A4EC-5A8116A487A1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BE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3D841ED8-FBEC-48EB-B5A6-F5032E1018E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65DA45B-1955-45CA-80B0-66008EC0F9F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085877-2B37-48E7-8B6D-4D4ED486130A}" type="datetimeFigureOut">
              <a:rPr lang="en-BE" smtClean="0"/>
              <a:t>08/13/2026</a:t>
            </a:fld>
            <a:endParaRPr lang="en-BE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23C90FA-53E2-41CE-BD63-ECA490D3EB0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08A9B8D-2082-4BE4-BCE5-07F8F93344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5161DE-E191-4798-91BE-355EA90292A5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18778602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D2318EC-44E3-4FD6-AF24-AC5021AFCC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D538C05-3BE4-4F1F-A85F-EBF60F029F1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86A43FC-668F-4A16-B33A-A1704CA88B2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085877-2B37-48E7-8B6D-4D4ED486130A}" type="datetimeFigureOut">
              <a:rPr lang="en-BE" smtClean="0"/>
              <a:t>08/13/2026</a:t>
            </a:fld>
            <a:endParaRPr lang="en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084EA9D-B745-4822-9D4F-8E34B4550A3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511FCBD-2F9B-4E40-B993-5543BC625C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5161DE-E191-4798-91BE-355EA90292A5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91554552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3262F4C-847A-45E8-89DF-86FADD929C1E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4B5F776-752A-4772-8F18-20F7169A319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DA0D1A1-5C8E-4021-A99C-3556DF8A3F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2085877-2B37-48E7-8B6D-4D4ED486130A}" type="datetimeFigureOut">
              <a:rPr lang="en-BE" smtClean="0"/>
              <a:t>08/13/2026</a:t>
            </a:fld>
            <a:endParaRPr lang="en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22E59EE-6B67-4900-9B15-8052B4D987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CC593B4-0982-4C28-9583-53F588B945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15161DE-E191-4798-91BE-355EA90292A5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409544814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A389769-7B4A-4C8C-94A2-1CE676F46AF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BE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126073D-45AC-4934-9FAA-61975D5C06C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BE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B875320-EECE-4069-9EC1-5688F7A8873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2085877-2B37-48E7-8B6D-4D4ED486130A}" type="datetimeFigureOut">
              <a:rPr lang="en-BE" smtClean="0"/>
              <a:t>08/13/2026</a:t>
            </a:fld>
            <a:endParaRPr lang="en-BE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7E6D776-80A5-466B-B9A0-F462DF91CA9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BE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E80D87A-C974-47EE-BF90-816BF0B07FE4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15161DE-E191-4798-91BE-355EA90292A5}" type="slidenum">
              <a:rPr lang="en-BE" smtClean="0"/>
              <a:t>‹#›</a:t>
            </a:fld>
            <a:endParaRPr lang="en-BE"/>
          </a:p>
        </p:txBody>
      </p:sp>
    </p:spTree>
    <p:extLst>
      <p:ext uri="{BB962C8B-B14F-4D97-AF65-F5344CB8AC3E}">
        <p14:creationId xmlns:p14="http://schemas.microsoft.com/office/powerpoint/2010/main" val="418817829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B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gif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5985F04-C22A-42D7-B131-70E81FD946E9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/>
              <a:t>GPP Exam: Zombie AI</a:t>
            </a:r>
            <a:endParaRPr lang="en-BE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510651AA-5F60-4B6E-8386-AEA67C018DF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BE" i="1" dirty="0">
              <a:solidFill>
                <a:schemeClr val="bg1">
                  <a:lumMod val="75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949077770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6BB071-C63E-40D3-93C6-9F99F27862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Decision Making</a:t>
            </a:r>
            <a:endParaRPr lang="en-BE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C85FBE3-0FFD-7BFB-8FE4-42F5FE35F9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069" y="1909267"/>
            <a:ext cx="12172494" cy="30431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1430955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6BB071-C63E-40D3-93C6-9F99F27862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Enemy handling</a:t>
            </a:r>
            <a:endParaRPr lang="en-B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915428-ACD8-4B22-96DC-2806680ED3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When the agent gets bitten it will check if there is a gun in the inventory, turn to the enemy and will shoot the enemy.</a:t>
            </a:r>
          </a:p>
          <a:p>
            <a:r>
              <a:rPr lang="en-US" dirty="0"/>
              <a:t>If there is an enemy and the agent doesn’t have a gun it just continues exploring.</a:t>
            </a:r>
          </a:p>
        </p:txBody>
      </p:sp>
    </p:spTree>
    <p:extLst>
      <p:ext uri="{BB962C8B-B14F-4D97-AF65-F5344CB8AC3E}">
        <p14:creationId xmlns:p14="http://schemas.microsoft.com/office/powerpoint/2010/main" val="382753098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6BB071-C63E-40D3-93C6-9F99F27862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Inventory</a:t>
            </a:r>
            <a:endParaRPr lang="en-BE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915428-ACD8-4B22-96DC-2806680ED3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dirty="0"/>
              <a:t>Picks up trash and discards it so new items can spawn.</a:t>
            </a:r>
          </a:p>
          <a:p>
            <a:r>
              <a:rPr lang="en-US" dirty="0"/>
              <a:t>The inventory management is simple, pick up one of every item and one free slot for the garbage.</a:t>
            </a:r>
          </a:p>
          <a:p>
            <a:r>
              <a:rPr lang="en-US" dirty="0" err="1"/>
              <a:t>Medkit</a:t>
            </a:r>
            <a:r>
              <a:rPr lang="en-US" dirty="0"/>
              <a:t> and food are used when their respective bars are half empty(since the max uses are 5 points).</a:t>
            </a:r>
          </a:p>
          <a:p>
            <a:r>
              <a:rPr lang="en-US" dirty="0"/>
              <a:t>Items that are used get checked if they have any more uses, else drop them.</a:t>
            </a:r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US" dirty="0"/>
          </a:p>
          <a:p>
            <a:pPr marL="0" indent="0">
              <a:buNone/>
            </a:pPr>
            <a:endParaRPr lang="en-BE" i="1" dirty="0">
              <a:solidFill>
                <a:schemeClr val="bg1">
                  <a:lumMod val="75000"/>
                </a:schemeClr>
              </a:solidFill>
            </a:endParaRPr>
          </a:p>
          <a:p>
            <a:endParaRPr lang="en-BE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887281D1-E92B-A034-F564-DB4EF7F5146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16442" y="2849393"/>
            <a:ext cx="5467410" cy="266117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49984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6BB071-C63E-40D3-93C6-9F99F27862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Movement - Steering</a:t>
            </a:r>
            <a:endParaRPr lang="en-B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915428-ACD8-4B22-96DC-2806680ED3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NL" dirty="0" err="1"/>
              <a:t>When</a:t>
            </a:r>
            <a:r>
              <a:rPr lang="nl-NL" dirty="0"/>
              <a:t> </a:t>
            </a:r>
            <a:r>
              <a:rPr lang="nl-NL" dirty="0" err="1"/>
              <a:t>an</a:t>
            </a:r>
            <a:r>
              <a:rPr lang="nl-NL" dirty="0"/>
              <a:t> object is found </a:t>
            </a:r>
            <a:r>
              <a:rPr lang="nl-NL" dirty="0" err="1"/>
              <a:t>will</a:t>
            </a:r>
            <a:r>
              <a:rPr lang="nl-NL" dirty="0"/>
              <a:t> run </a:t>
            </a:r>
            <a:r>
              <a:rPr lang="nl-NL" dirty="0" err="1"/>
              <a:t>towards</a:t>
            </a:r>
            <a:r>
              <a:rPr lang="nl-NL" dirty="0"/>
              <a:t> </a:t>
            </a:r>
            <a:r>
              <a:rPr lang="nl-NL" dirty="0" err="1"/>
              <a:t>it</a:t>
            </a:r>
            <a:r>
              <a:rPr lang="nl-NL" dirty="0"/>
              <a:t> </a:t>
            </a:r>
            <a:r>
              <a:rPr lang="nl-NL" dirty="0" err="1"/>
              <a:t>and</a:t>
            </a:r>
            <a:r>
              <a:rPr lang="nl-NL" dirty="0"/>
              <a:t> </a:t>
            </a:r>
            <a:r>
              <a:rPr lang="nl-NL" dirty="0" err="1"/>
              <a:t>pick</a:t>
            </a:r>
            <a:r>
              <a:rPr lang="nl-NL" dirty="0"/>
              <a:t> </a:t>
            </a:r>
            <a:r>
              <a:rPr lang="nl-NL" dirty="0" err="1"/>
              <a:t>it</a:t>
            </a:r>
            <a:r>
              <a:rPr lang="nl-NL" dirty="0"/>
              <a:t> up. </a:t>
            </a:r>
            <a:r>
              <a:rPr lang="nl-NL" dirty="0" err="1"/>
              <a:t>Unless</a:t>
            </a:r>
            <a:r>
              <a:rPr lang="nl-NL" dirty="0"/>
              <a:t> </a:t>
            </a:r>
            <a:r>
              <a:rPr lang="nl-NL" dirty="0" err="1"/>
              <a:t>the</a:t>
            </a:r>
            <a:r>
              <a:rPr lang="nl-NL" dirty="0"/>
              <a:t> </a:t>
            </a:r>
            <a:r>
              <a:rPr lang="nl-NL" dirty="0" err="1"/>
              <a:t>inventory</a:t>
            </a:r>
            <a:r>
              <a:rPr lang="nl-NL" dirty="0"/>
              <a:t> is full </a:t>
            </a:r>
            <a:r>
              <a:rPr lang="nl-NL" dirty="0" err="1"/>
              <a:t>then</a:t>
            </a:r>
            <a:r>
              <a:rPr lang="nl-NL" dirty="0"/>
              <a:t> </a:t>
            </a:r>
            <a:r>
              <a:rPr lang="nl-NL" dirty="0" err="1"/>
              <a:t>it</a:t>
            </a:r>
            <a:r>
              <a:rPr lang="nl-NL" dirty="0"/>
              <a:t> </a:t>
            </a:r>
            <a:r>
              <a:rPr lang="nl-NL" dirty="0" err="1"/>
              <a:t>will</a:t>
            </a:r>
            <a:r>
              <a:rPr lang="nl-NL" dirty="0"/>
              <a:t> </a:t>
            </a:r>
            <a:r>
              <a:rPr lang="nl-NL" dirty="0" err="1"/>
              <a:t>remember</a:t>
            </a:r>
            <a:r>
              <a:rPr lang="nl-NL" dirty="0"/>
              <a:t> </a:t>
            </a:r>
            <a:r>
              <a:rPr lang="nl-NL" dirty="0" err="1"/>
              <a:t>it</a:t>
            </a:r>
            <a:r>
              <a:rPr lang="nl-NL" dirty="0"/>
              <a:t> </a:t>
            </a:r>
            <a:r>
              <a:rPr lang="nl-NL" dirty="0" err="1"/>
              <a:t>to</a:t>
            </a:r>
            <a:r>
              <a:rPr lang="nl-NL" dirty="0"/>
              <a:t> </a:t>
            </a:r>
            <a:r>
              <a:rPr lang="nl-NL" dirty="0" err="1"/>
              <a:t>pick</a:t>
            </a:r>
            <a:r>
              <a:rPr lang="nl-NL" dirty="0"/>
              <a:t> up later.</a:t>
            </a:r>
          </a:p>
          <a:p>
            <a:r>
              <a:rPr lang="nl-NL" dirty="0" err="1"/>
              <a:t>When</a:t>
            </a:r>
            <a:r>
              <a:rPr lang="nl-NL" dirty="0"/>
              <a:t> a house is </a:t>
            </a:r>
            <a:r>
              <a:rPr lang="nl-NL" dirty="0" err="1"/>
              <a:t>seen</a:t>
            </a:r>
            <a:r>
              <a:rPr lang="nl-NL" dirty="0"/>
              <a:t> </a:t>
            </a:r>
            <a:r>
              <a:rPr lang="nl-NL" dirty="0" err="1"/>
              <a:t>it</a:t>
            </a:r>
            <a:r>
              <a:rPr lang="nl-NL" dirty="0"/>
              <a:t> </a:t>
            </a:r>
            <a:r>
              <a:rPr lang="nl-NL" dirty="0" err="1"/>
              <a:t>will</a:t>
            </a:r>
            <a:r>
              <a:rPr lang="nl-NL" dirty="0"/>
              <a:t> move </a:t>
            </a:r>
            <a:r>
              <a:rPr lang="nl-NL" dirty="0" err="1"/>
              <a:t>towards</a:t>
            </a:r>
            <a:r>
              <a:rPr lang="nl-NL" dirty="0"/>
              <a:t> </a:t>
            </a:r>
            <a:r>
              <a:rPr lang="nl-NL" dirty="0" err="1"/>
              <a:t>it</a:t>
            </a:r>
            <a:r>
              <a:rPr lang="nl-NL" dirty="0"/>
              <a:t> </a:t>
            </a:r>
            <a:r>
              <a:rPr lang="nl-NL" dirty="0" err="1"/>
              <a:t>enterance</a:t>
            </a:r>
            <a:r>
              <a:rPr lang="nl-NL" dirty="0"/>
              <a:t> </a:t>
            </a:r>
            <a:r>
              <a:rPr lang="nl-NL" dirty="0" err="1"/>
              <a:t>and</a:t>
            </a:r>
            <a:r>
              <a:rPr lang="nl-NL" dirty="0"/>
              <a:t> </a:t>
            </a:r>
            <a:r>
              <a:rPr lang="nl-NL" dirty="0" err="1"/>
              <a:t>just</a:t>
            </a:r>
            <a:r>
              <a:rPr lang="nl-NL" dirty="0"/>
              <a:t> stands </a:t>
            </a:r>
            <a:r>
              <a:rPr lang="nl-NL" dirty="0" err="1"/>
              <a:t>there</a:t>
            </a:r>
            <a:r>
              <a:rPr lang="nl-NL" dirty="0"/>
              <a:t> </a:t>
            </a:r>
            <a:r>
              <a:rPr lang="nl-NL" dirty="0" err="1"/>
              <a:t>to</a:t>
            </a:r>
            <a:r>
              <a:rPr lang="nl-NL" dirty="0"/>
              <a:t> check </a:t>
            </a:r>
            <a:r>
              <a:rPr lang="nl-NL" dirty="0" err="1"/>
              <a:t>for</a:t>
            </a:r>
            <a:r>
              <a:rPr lang="nl-NL" dirty="0"/>
              <a:t> </a:t>
            </a:r>
            <a:r>
              <a:rPr lang="nl-NL" dirty="0" err="1"/>
              <a:t>objects</a:t>
            </a:r>
            <a:r>
              <a:rPr lang="nl-NL" dirty="0"/>
              <a:t> </a:t>
            </a:r>
            <a:r>
              <a:rPr lang="nl-NL" dirty="0" err="1"/>
              <a:t>and</a:t>
            </a:r>
            <a:r>
              <a:rPr lang="nl-NL" dirty="0"/>
              <a:t> </a:t>
            </a:r>
            <a:r>
              <a:rPr lang="nl-NL" dirty="0" err="1"/>
              <a:t>then</a:t>
            </a:r>
            <a:r>
              <a:rPr lang="nl-NL" dirty="0"/>
              <a:t> </a:t>
            </a:r>
            <a:r>
              <a:rPr lang="nl-NL" dirty="0" err="1"/>
              <a:t>goes</a:t>
            </a:r>
            <a:r>
              <a:rPr lang="nl-NL" dirty="0"/>
              <a:t> back </a:t>
            </a:r>
            <a:r>
              <a:rPr lang="nl-NL" dirty="0" err="1"/>
              <a:t>to</a:t>
            </a:r>
            <a:r>
              <a:rPr lang="nl-NL" dirty="0"/>
              <a:t> </a:t>
            </a:r>
            <a:r>
              <a:rPr lang="nl-NL" dirty="0" err="1"/>
              <a:t>it’s</a:t>
            </a:r>
            <a:r>
              <a:rPr lang="nl-NL" dirty="0"/>
              <a:t> last </a:t>
            </a:r>
            <a:r>
              <a:rPr lang="nl-NL" dirty="0" err="1"/>
              <a:t>position</a:t>
            </a:r>
            <a:r>
              <a:rPr lang="nl-NL" dirty="0"/>
              <a:t>.</a:t>
            </a:r>
          </a:p>
          <a:p>
            <a:r>
              <a:rPr lang="nl-NL" dirty="0" err="1"/>
              <a:t>When</a:t>
            </a:r>
            <a:r>
              <a:rPr lang="nl-NL" dirty="0"/>
              <a:t> </a:t>
            </a:r>
            <a:r>
              <a:rPr lang="nl-NL" dirty="0" err="1"/>
              <a:t>the</a:t>
            </a:r>
            <a:r>
              <a:rPr lang="nl-NL" dirty="0"/>
              <a:t> agent </a:t>
            </a:r>
            <a:r>
              <a:rPr lang="nl-NL" dirty="0" err="1"/>
              <a:t>percepts</a:t>
            </a:r>
            <a:r>
              <a:rPr lang="nl-NL" dirty="0"/>
              <a:t> </a:t>
            </a:r>
            <a:r>
              <a:rPr lang="nl-NL" dirty="0" err="1"/>
              <a:t>the</a:t>
            </a:r>
            <a:r>
              <a:rPr lang="nl-NL" dirty="0"/>
              <a:t> </a:t>
            </a:r>
            <a:r>
              <a:rPr lang="nl-NL" dirty="0" err="1"/>
              <a:t>nearest</a:t>
            </a:r>
            <a:r>
              <a:rPr lang="nl-NL" dirty="0"/>
              <a:t> purgezone, </a:t>
            </a:r>
            <a:r>
              <a:rPr lang="nl-NL" dirty="0" err="1"/>
              <a:t>it</a:t>
            </a:r>
            <a:r>
              <a:rPr lang="nl-NL" dirty="0"/>
              <a:t> </a:t>
            </a:r>
            <a:r>
              <a:rPr lang="nl-NL" dirty="0" err="1"/>
              <a:t>flees</a:t>
            </a:r>
            <a:r>
              <a:rPr lang="nl-NL" dirty="0"/>
              <a:t> </a:t>
            </a:r>
            <a:r>
              <a:rPr lang="nl-NL" dirty="0" err="1"/>
              <a:t>away</a:t>
            </a:r>
            <a:r>
              <a:rPr lang="nl-NL" dirty="0"/>
              <a:t> </a:t>
            </a:r>
            <a:r>
              <a:rPr lang="nl-NL" dirty="0" err="1"/>
              <a:t>from</a:t>
            </a:r>
            <a:r>
              <a:rPr lang="nl-NL" dirty="0"/>
              <a:t> it.</a:t>
            </a:r>
          </a:p>
          <a:p>
            <a:pPr marL="0" indent="0">
              <a:buNone/>
            </a:pPr>
            <a:endParaRPr lang="nl-NL" dirty="0"/>
          </a:p>
          <a:p>
            <a:pPr marL="0" indent="0">
              <a:buNone/>
            </a:pPr>
            <a:endParaRPr lang="en-BE" dirty="0"/>
          </a:p>
        </p:txBody>
      </p:sp>
    </p:spTree>
    <p:extLst>
      <p:ext uri="{BB962C8B-B14F-4D97-AF65-F5344CB8AC3E}">
        <p14:creationId xmlns:p14="http://schemas.microsoft.com/office/powerpoint/2010/main" val="326776285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F6BB071-C63E-40D3-93C6-9F99F27862F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Movement </a:t>
            </a:r>
            <a:r>
              <a:rPr lang="en-US"/>
              <a:t>- Exploration</a:t>
            </a:r>
            <a:endParaRPr lang="en-BE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4915428-ACD8-4B22-96DC-2806680ED3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endParaRPr lang="en-US" dirty="0">
              <a:solidFill>
                <a:schemeClr val="bg1">
                  <a:lumMod val="75000"/>
                </a:schemeClr>
              </a:solidFill>
            </a:endParaRPr>
          </a:p>
          <a:p>
            <a:pPr marL="0" indent="0">
              <a:buNone/>
            </a:pPr>
            <a:endParaRPr lang="en-BE" dirty="0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5910C215-3665-9083-CBCA-E1681B709574}"/>
              </a:ext>
            </a:extLst>
          </p:cNvPr>
          <p:cNvSpPr txBox="1">
            <a:spLocks/>
          </p:cNvSpPr>
          <p:nvPr/>
        </p:nvSpPr>
        <p:spPr>
          <a:xfrm>
            <a:off x="990600" y="19780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nl-NL" dirty="0" err="1"/>
              <a:t>Implemented</a:t>
            </a:r>
            <a:r>
              <a:rPr lang="nl-NL" dirty="0"/>
              <a:t> a </a:t>
            </a:r>
            <a:r>
              <a:rPr lang="nl-NL" dirty="0" err="1"/>
              <a:t>grid</a:t>
            </a:r>
            <a:r>
              <a:rPr lang="nl-NL" dirty="0"/>
              <a:t> </a:t>
            </a:r>
            <a:r>
              <a:rPr lang="nl-NL" dirty="0" err="1"/>
              <a:t>that</a:t>
            </a:r>
            <a:r>
              <a:rPr lang="nl-NL" dirty="0"/>
              <a:t> </a:t>
            </a:r>
            <a:r>
              <a:rPr lang="nl-NL" dirty="0" err="1"/>
              <a:t>the</a:t>
            </a:r>
            <a:r>
              <a:rPr lang="nl-NL" dirty="0"/>
              <a:t> agent </a:t>
            </a:r>
            <a:r>
              <a:rPr lang="nl-NL" dirty="0" err="1"/>
              <a:t>goes</a:t>
            </a:r>
            <a:r>
              <a:rPr lang="nl-NL" dirty="0"/>
              <a:t> </a:t>
            </a:r>
            <a:r>
              <a:rPr lang="nl-NL" dirty="0" err="1"/>
              <a:t>trough</a:t>
            </a:r>
            <a:r>
              <a:rPr lang="nl-NL" dirty="0"/>
              <a:t> in a </a:t>
            </a:r>
            <a:r>
              <a:rPr lang="nl-NL" dirty="0" err="1"/>
              <a:t>circular</a:t>
            </a:r>
            <a:r>
              <a:rPr lang="nl-NL" dirty="0"/>
              <a:t> </a:t>
            </a:r>
            <a:r>
              <a:rPr lang="nl-NL" dirty="0" err="1"/>
              <a:t>exploration</a:t>
            </a:r>
            <a:r>
              <a:rPr lang="nl-NL" dirty="0"/>
              <a:t>.</a:t>
            </a:r>
          </a:p>
          <a:p>
            <a:r>
              <a:rPr lang="nl-NL" dirty="0"/>
              <a:t>Agent </a:t>
            </a:r>
            <a:r>
              <a:rPr lang="nl-NL" dirty="0" err="1"/>
              <a:t>goes</a:t>
            </a:r>
            <a:r>
              <a:rPr lang="nl-NL" dirty="0"/>
              <a:t> </a:t>
            </a:r>
            <a:r>
              <a:rPr lang="nl-NL" dirty="0" err="1"/>
              <a:t>to</a:t>
            </a:r>
            <a:r>
              <a:rPr lang="nl-NL" dirty="0"/>
              <a:t> </a:t>
            </a:r>
            <a:r>
              <a:rPr lang="nl-NL" dirty="0" err="1"/>
              <a:t>the</a:t>
            </a:r>
            <a:r>
              <a:rPr lang="nl-NL" dirty="0"/>
              <a:t> center of a </a:t>
            </a:r>
            <a:r>
              <a:rPr lang="nl-NL" dirty="0" err="1"/>
              <a:t>cell</a:t>
            </a:r>
            <a:r>
              <a:rPr lang="nl-NL" dirty="0"/>
              <a:t> </a:t>
            </a:r>
            <a:r>
              <a:rPr lang="nl-NL" dirty="0" err="1"/>
              <a:t>and</a:t>
            </a:r>
            <a:r>
              <a:rPr lang="nl-NL" dirty="0"/>
              <a:t> </a:t>
            </a:r>
            <a:r>
              <a:rPr lang="nl-NL" dirty="0" err="1"/>
              <a:t>if</a:t>
            </a:r>
            <a:r>
              <a:rPr lang="nl-NL" dirty="0"/>
              <a:t> </a:t>
            </a:r>
            <a:r>
              <a:rPr lang="nl-NL" dirty="0" err="1"/>
              <a:t>houses</a:t>
            </a:r>
            <a:r>
              <a:rPr lang="nl-NL" dirty="0"/>
              <a:t>/items are </a:t>
            </a:r>
            <a:r>
              <a:rPr lang="nl-NL" dirty="0" err="1"/>
              <a:t>passed</a:t>
            </a:r>
            <a:r>
              <a:rPr lang="nl-NL" dirty="0"/>
              <a:t>. It </a:t>
            </a:r>
            <a:r>
              <a:rPr lang="nl-NL" dirty="0" err="1"/>
              <a:t>goes</a:t>
            </a:r>
            <a:r>
              <a:rPr lang="nl-NL" dirty="0"/>
              <a:t> </a:t>
            </a:r>
            <a:r>
              <a:rPr lang="nl-NL" dirty="0" err="1"/>
              <a:t>to</a:t>
            </a:r>
            <a:r>
              <a:rPr lang="nl-NL" dirty="0"/>
              <a:t> </a:t>
            </a:r>
            <a:r>
              <a:rPr lang="nl-NL" dirty="0" err="1"/>
              <a:t>them</a:t>
            </a:r>
            <a:r>
              <a:rPr lang="nl-NL" dirty="0"/>
              <a:t> </a:t>
            </a:r>
            <a:r>
              <a:rPr lang="nl-NL" dirty="0" err="1"/>
              <a:t>after</a:t>
            </a:r>
            <a:r>
              <a:rPr lang="nl-NL" dirty="0"/>
              <a:t>.</a:t>
            </a:r>
          </a:p>
          <a:p>
            <a:r>
              <a:rPr lang="nl-NL" dirty="0" err="1"/>
              <a:t>After</a:t>
            </a:r>
            <a:r>
              <a:rPr lang="nl-NL" dirty="0"/>
              <a:t> </a:t>
            </a:r>
            <a:r>
              <a:rPr lang="nl-NL" dirty="0" err="1"/>
              <a:t>those</a:t>
            </a:r>
            <a:r>
              <a:rPr lang="nl-NL" dirty="0"/>
              <a:t> are </a:t>
            </a:r>
            <a:r>
              <a:rPr lang="nl-NL" dirty="0" err="1"/>
              <a:t>explored</a:t>
            </a:r>
            <a:r>
              <a:rPr lang="nl-NL" dirty="0"/>
              <a:t> </a:t>
            </a:r>
            <a:r>
              <a:rPr lang="nl-NL" dirty="0" err="1"/>
              <a:t>it</a:t>
            </a:r>
            <a:r>
              <a:rPr lang="nl-NL" dirty="0"/>
              <a:t> </a:t>
            </a:r>
            <a:r>
              <a:rPr lang="nl-NL" dirty="0" err="1"/>
              <a:t>continues</a:t>
            </a:r>
            <a:r>
              <a:rPr lang="nl-NL" dirty="0"/>
              <a:t>.</a:t>
            </a:r>
          </a:p>
          <a:p>
            <a:r>
              <a:rPr lang="nl-NL" dirty="0" err="1"/>
              <a:t>Remembers</a:t>
            </a:r>
            <a:r>
              <a:rPr lang="nl-NL" dirty="0"/>
              <a:t> </a:t>
            </a:r>
            <a:r>
              <a:rPr lang="nl-NL" dirty="0" err="1"/>
              <a:t>all</a:t>
            </a:r>
            <a:r>
              <a:rPr lang="nl-NL" dirty="0"/>
              <a:t> </a:t>
            </a:r>
            <a:r>
              <a:rPr lang="nl-NL" dirty="0" err="1"/>
              <a:t>the</a:t>
            </a:r>
            <a:r>
              <a:rPr lang="nl-NL" dirty="0"/>
              <a:t> </a:t>
            </a:r>
            <a:r>
              <a:rPr lang="nl-NL" dirty="0" err="1"/>
              <a:t>passed</a:t>
            </a:r>
            <a:r>
              <a:rPr lang="nl-NL" dirty="0"/>
              <a:t> items </a:t>
            </a:r>
            <a:r>
              <a:rPr lang="nl-NL" dirty="0" err="1"/>
              <a:t>and</a:t>
            </a:r>
            <a:r>
              <a:rPr lang="nl-NL" dirty="0"/>
              <a:t> </a:t>
            </a:r>
            <a:r>
              <a:rPr lang="nl-NL" dirty="0" err="1"/>
              <a:t>goes</a:t>
            </a:r>
            <a:r>
              <a:rPr lang="nl-NL" dirty="0"/>
              <a:t> </a:t>
            </a:r>
            <a:r>
              <a:rPr lang="nl-NL" dirty="0" err="1"/>
              <a:t>to</a:t>
            </a:r>
            <a:r>
              <a:rPr lang="nl-NL" dirty="0"/>
              <a:t> </a:t>
            </a:r>
            <a:r>
              <a:rPr lang="nl-NL" dirty="0" err="1"/>
              <a:t>fetch</a:t>
            </a:r>
            <a:r>
              <a:rPr lang="nl-NL" dirty="0"/>
              <a:t> a new </a:t>
            </a:r>
            <a:r>
              <a:rPr lang="nl-NL" dirty="0" err="1"/>
              <a:t>it</a:t>
            </a:r>
            <a:r>
              <a:rPr lang="nl-NL" dirty="0"/>
              <a:t> </a:t>
            </a:r>
            <a:r>
              <a:rPr lang="nl-NL" dirty="0" err="1"/>
              <a:t>already</a:t>
            </a:r>
            <a:r>
              <a:rPr lang="nl-NL" dirty="0"/>
              <a:t> </a:t>
            </a:r>
            <a:r>
              <a:rPr lang="nl-NL" dirty="0" err="1"/>
              <a:t>cam</a:t>
            </a:r>
            <a:r>
              <a:rPr lang="nl-NL" dirty="0"/>
              <a:t> </a:t>
            </a:r>
            <a:r>
              <a:rPr lang="nl-NL" dirty="0" err="1"/>
              <a:t>across</a:t>
            </a:r>
            <a:r>
              <a:rPr lang="nl-NL" dirty="0"/>
              <a:t>.</a:t>
            </a:r>
          </a:p>
          <a:p>
            <a:pPr marL="0" indent="0">
              <a:buFont typeface="Arial" panose="020B0604020202020204" pitchFamily="34" charset="0"/>
              <a:buNone/>
            </a:pPr>
            <a:endParaRPr lang="en-BE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08E715A-15E1-C5C2-5FF5-479378506F1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038600" y="1285875"/>
            <a:ext cx="7620000" cy="42862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214246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23942CCEB3A674D8F1F6472CCEFB38E" ma:contentTypeVersion="11" ma:contentTypeDescription="Create a new document." ma:contentTypeScope="" ma:versionID="e4de40d148e029d40e3aaddc8bf68a5e">
  <xsd:schema xmlns:xsd="http://www.w3.org/2001/XMLSchema" xmlns:xs="http://www.w3.org/2001/XMLSchema" xmlns:p="http://schemas.microsoft.com/office/2006/metadata/properties" xmlns:ns2="128482ec-0431-40d5-ab26-89ea2a4f3ccd" xmlns:ns3="60eb0cf4-ae2a-4762-800a-cb593b869ecb" xmlns:ns4="http://schemas.microsoft.com/sharepoint/v4" xmlns:ns5="a2e691a9-fcfc-4d85-a390-1894fe98bd9e" targetNamespace="http://schemas.microsoft.com/office/2006/metadata/properties" ma:root="true" ma:fieldsID="fce8e8bd091658f3fe51b22d57dec109" ns2:_="" ns3:_="" ns4:_="" ns5:_="">
    <xsd:import namespace="128482ec-0431-40d5-ab26-89ea2a4f3ccd"/>
    <xsd:import namespace="60eb0cf4-ae2a-4762-800a-cb593b869ecb"/>
    <xsd:import namespace="http://schemas.microsoft.com/sharepoint/v4"/>
    <xsd:import namespace="a2e691a9-fcfc-4d85-a390-1894fe98bd9e"/>
    <xsd:element name="properties">
      <xsd:complexType>
        <xsd:sequence>
          <xsd:element name="documentManagement">
            <xsd:complexType>
              <xsd:all>
                <xsd:element ref="ns2:m99485b88215436a82099f8287cba0b0" minOccurs="0"/>
                <xsd:element ref="ns2:TaxCatchAll" minOccurs="0"/>
                <xsd:element ref="ns3:MediaServiceMetadata" minOccurs="0"/>
                <xsd:element ref="ns3:MediaServiceFastMetadata" minOccurs="0"/>
                <xsd:element ref="ns3:MediaServiceDateTaken" minOccurs="0"/>
                <xsd:element ref="ns3:MediaServiceAutoTags" minOccurs="0"/>
                <xsd:element ref="ns3:MediaServiceOCR" minOccurs="0"/>
                <xsd:element ref="ns3:MediaServiceLocation" minOccurs="0"/>
                <xsd:element ref="ns4:IconOverlay" minOccurs="0"/>
                <xsd:element ref="ns5:SharedWithUsers" minOccurs="0"/>
                <xsd:element ref="ns5:SharedWithDetails" minOccurs="0"/>
                <xsd:element ref="ns3:MediaServiceGenerationTime" minOccurs="0"/>
                <xsd:element ref="ns3:MediaServiceEventHashCode" minOccurs="0"/>
                <xsd:element ref="ns3:MediaServiceAutoKeyPoints" minOccurs="0"/>
                <xsd:element ref="ns3:MediaServiceKeyPoints" minOccurs="0"/>
                <xsd:element ref="ns3:MediaLengthInSeconds" minOccurs="0"/>
                <xsd:element ref="ns3:lcf76f155ced4ddcb4097134ff3c332f" minOccurs="0"/>
                <xsd:element ref="ns3:MediaServiceObjectDetectorVersion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28482ec-0431-40d5-ab26-89ea2a4f3ccd" elementFormDefault="qualified">
    <xsd:import namespace="http://schemas.microsoft.com/office/2006/documentManagement/types"/>
    <xsd:import namespace="http://schemas.microsoft.com/office/infopath/2007/PartnerControls"/>
    <xsd:element name="m99485b88215436a82099f8287cba0b0" ma:index="9" nillable="true" ma:taxonomy="true" ma:internalName="m99485b88215436a82099f8287cba0b0" ma:taxonomyFieldName="Kernteam" ma:displayName="Kernteam" ma:default="" ma:fieldId="{699485b8-8215-436a-8209-9f8287cba0b0}" ma:taxonomyMulti="true" ma:sspId="9d9af33d-1c7e-4655-8224-df3a670842a4" ma:termSetId="f2199854-b90f-4d12-b5f9-723340d5e437" ma:anchorId="00000000-0000-0000-0000-000000000000" ma:open="false" ma:isKeyword="false">
      <xsd:complexType>
        <xsd:sequence>
          <xsd:element ref="pc:Terms" minOccurs="0" maxOccurs="1"/>
        </xsd:sequence>
      </xsd:complexType>
    </xsd:element>
    <xsd:element name="TaxCatchAll" ma:index="10" nillable="true" ma:displayName="Taxonomy Catch All Column" ma:hidden="true" ma:list="{26a5f98c-5cc8-4015-9754-f7f59d70125b}" ma:internalName="TaxCatchAll" ma:showField="CatchAllData" ma:web="128482ec-0431-40d5-ab26-89ea2a4f3ccd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60eb0cf4-ae2a-4762-800a-cb593b869ecb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11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12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DateTaken" ma:index="13" nillable="true" ma:displayName="MediaServiceDateTaken" ma:hidden="true" ma:internalName="MediaServiceDateTaken" ma:readOnly="true">
      <xsd:simpleType>
        <xsd:restriction base="dms:Text"/>
      </xsd:simpleType>
    </xsd:element>
    <xsd:element name="MediaServiceAutoTags" ma:index="14" nillable="true" ma:displayName="MediaServiceAutoTags" ma:internalName="MediaServiceAutoTags" ma:readOnly="true">
      <xsd:simpleType>
        <xsd:restriction base="dms:Text"/>
      </xsd:simpleType>
    </xsd:element>
    <xsd:element name="MediaServiceOCR" ma:index="15" nillable="true" ma:displayName="MediaServiceOCR" ma:internalName="MediaServiceOCR" ma:readOnly="true">
      <xsd:simpleType>
        <xsd:restriction base="dms:Note">
          <xsd:maxLength value="255"/>
        </xsd:restriction>
      </xsd:simpleType>
    </xsd:element>
    <xsd:element name="MediaServiceLocation" ma:index="16" nillable="true" ma:displayName="MediaServiceLocation" ma:internalName="MediaServiceLocation" ma:readOnly="true">
      <xsd:simpleType>
        <xsd:restriction base="dms:Text"/>
      </xsd:simpleType>
    </xsd:element>
    <xsd:element name="MediaServiceGenerationTime" ma:index="20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21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AutoKeyPoints" ma:index="22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23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LengthInSeconds" ma:index="24" nillable="true" ma:displayName="Length (seconds)" ma:internalName="MediaLengthInSeconds" ma:readOnly="true">
      <xsd:simpleType>
        <xsd:restriction base="dms:Unknown"/>
      </xsd:simpleType>
    </xsd:element>
    <xsd:element name="lcf76f155ced4ddcb4097134ff3c332f" ma:index="26" nillable="true" ma:taxonomy="true" ma:internalName="lcf76f155ced4ddcb4097134ff3c332f" ma:taxonomyFieldName="MediaServiceImageTags" ma:displayName="Image Tags" ma:readOnly="false" ma:fieldId="{5cf76f15-5ced-4ddc-b409-7134ff3c332f}" ma:taxonomyMulti="true" ma:sspId="9d9af33d-1c7e-4655-8224-df3a670842a4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bjectDetectorVersions" ma:index="27" nillable="true" ma:displayName="MediaServiceObjectDetectorVersions" ma:description="" ma:hidden="true" ma:indexed="true" ma:internalName="MediaServiceObjectDetectorVersions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4" elementFormDefault="qualified">
    <xsd:import namespace="http://schemas.microsoft.com/office/2006/documentManagement/types"/>
    <xsd:import namespace="http://schemas.microsoft.com/office/infopath/2007/PartnerControls"/>
    <xsd:element name="IconOverlay" ma:index="17" nillable="true" ma:displayName="IconOverlay" ma:hidden="true" ma:internalName="IconOverlay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a2e691a9-fcfc-4d85-a390-1894fe98bd9e" elementFormDefault="qualified">
    <xsd:import namespace="http://schemas.microsoft.com/office/2006/documentManagement/types"/>
    <xsd:import namespace="http://schemas.microsoft.com/office/infopath/2007/PartnerControls"/>
    <xsd:element name="SharedWithUsers" ma:index="18" nillable="true" ma:displayName="Gedeeld met" ma:SearchPeopleOnly="false" ma:SharePointGroup="0" ma:internalName="SharedWithUsers" ma:readOnly="true" ma:showField="ImnNam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9" nillable="true" ma:displayName="Gedeeld met details" ma:internalName="SharedWithDetails" ma:readOnly="true">
      <xsd:simpleType>
        <xsd:restriction base="dms:Note">
          <xsd:maxLength value="255"/>
        </xsd:restrict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2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IconOverlay xmlns="http://schemas.microsoft.com/sharepoint/v4" xsi:nil="true"/>
    <TaxCatchAll xmlns="128482ec-0431-40d5-ab26-89ea2a4f3ccd" xsi:nil="true"/>
    <m99485b88215436a82099f8287cba0b0 xmlns="128482ec-0431-40d5-ab26-89ea2a4f3ccd">
      <Terms xmlns="http://schemas.microsoft.com/office/infopath/2007/PartnerControls"/>
    </m99485b88215436a82099f8287cba0b0>
    <lcf76f155ced4ddcb4097134ff3c332f xmlns="60eb0cf4-ae2a-4762-800a-cb593b869ecb">
      <Terms xmlns="http://schemas.microsoft.com/office/infopath/2007/PartnerControls"/>
    </lcf76f155ced4ddcb4097134ff3c332f>
  </documentManagement>
</p:properties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D7B8C5DE-3345-4025-A942-C5AA68E55545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128482ec-0431-40d5-ab26-89ea2a4f3ccd"/>
    <ds:schemaRef ds:uri="60eb0cf4-ae2a-4762-800a-cb593b869ecb"/>
    <ds:schemaRef ds:uri="http://schemas.microsoft.com/sharepoint/v4"/>
    <ds:schemaRef ds:uri="a2e691a9-fcfc-4d85-a390-1894fe98bd9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2.xml><?xml version="1.0" encoding="utf-8"?>
<ds:datastoreItem xmlns:ds="http://schemas.openxmlformats.org/officeDocument/2006/customXml" ds:itemID="{B743389A-7EE0-4951-8919-E91DD69E3687}">
  <ds:schemaRefs>
    <ds:schemaRef ds:uri="128482ec-0431-40d5-ab26-89ea2a4f3ccd"/>
    <ds:schemaRef ds:uri="http://schemas.microsoft.com/office/2006/metadata/properties"/>
    <ds:schemaRef ds:uri="http://schemas.microsoft.com/office/infopath/2007/PartnerControls"/>
    <ds:schemaRef ds:uri="http://schemas.microsoft.com/sharepoint/v4"/>
    <ds:schemaRef ds:uri="60eb0cf4-ae2a-4762-800a-cb593b869ecb"/>
  </ds:schemaRefs>
</ds:datastoreItem>
</file>

<file path=customXml/itemProps3.xml><?xml version="1.0" encoding="utf-8"?>
<ds:datastoreItem xmlns:ds="http://schemas.openxmlformats.org/officeDocument/2006/customXml" ds:itemID="{AF8EC6D1-CB19-4400-AD0A-0C75CD884AEA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1514</TotalTime>
  <Words>260</Words>
  <Application>Microsoft Office PowerPoint</Application>
  <PresentationFormat>Widescreen</PresentationFormat>
  <Paragraphs>23</Paragraphs>
  <Slides>6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1" baseType="lpstr">
      <vt:lpstr>Aptos</vt:lpstr>
      <vt:lpstr>Arial</vt:lpstr>
      <vt:lpstr>Calibri</vt:lpstr>
      <vt:lpstr>Calibri Light</vt:lpstr>
      <vt:lpstr>Office Theme</vt:lpstr>
      <vt:lpstr>GPP Exam: Zombie AI</vt:lpstr>
      <vt:lpstr>Decision Making</vt:lpstr>
      <vt:lpstr>Enemy handling</vt:lpstr>
      <vt:lpstr>Inventory</vt:lpstr>
      <vt:lpstr>Movement - Steering</vt:lpstr>
      <vt:lpstr>Movement - Exploration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GPP Exam: Zombie AI</dc:title>
  <dc:creator>Vandaele Yosha</dc:creator>
  <cp:lastModifiedBy>Wout Delie</cp:lastModifiedBy>
  <cp:revision>43</cp:revision>
  <dcterms:created xsi:type="dcterms:W3CDTF">2021-12-17T12:45:32Z</dcterms:created>
  <dcterms:modified xsi:type="dcterms:W3CDTF">2026-08-13T12:48:36Z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0x010100723942CCEB3A674D8F1F6472CCEFB38E</vt:lpwstr>
  </property>
  <property fmtid="{D5CDD505-2E9C-101B-9397-08002B2CF9AE}" pid="3" name="Kernteam">
    <vt:lpwstr/>
  </property>
  <property fmtid="{D5CDD505-2E9C-101B-9397-08002B2CF9AE}" pid="4" name="MediaServiceImageTags">
    <vt:lpwstr/>
  </property>
</Properties>
</file>